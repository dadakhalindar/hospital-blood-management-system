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6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77" r:id="rId13"/>
    <p:sldId id="278" r:id="rId14"/>
    <p:sldId id="289" r:id="rId15"/>
    <p:sldId id="290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518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8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8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484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52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062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256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177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538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836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163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0816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74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454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14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408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51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1FF48-7C8D-4125-B331-1ACFCBDDBEE7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32C1A-7FA6-4AE1-8AAB-8729C759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4837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64" r:id="rId1"/>
    <p:sldLayoutId id="2147484265" r:id="rId2"/>
    <p:sldLayoutId id="2147484266" r:id="rId3"/>
    <p:sldLayoutId id="2147484267" r:id="rId4"/>
    <p:sldLayoutId id="2147484268" r:id="rId5"/>
    <p:sldLayoutId id="2147484269" r:id="rId6"/>
    <p:sldLayoutId id="2147484270" r:id="rId7"/>
    <p:sldLayoutId id="2147484271" r:id="rId8"/>
    <p:sldLayoutId id="2147484272" r:id="rId9"/>
    <p:sldLayoutId id="2147484273" r:id="rId10"/>
    <p:sldLayoutId id="2147484274" r:id="rId11"/>
    <p:sldLayoutId id="2147484275" r:id="rId12"/>
    <p:sldLayoutId id="2147484276" r:id="rId13"/>
    <p:sldLayoutId id="2147484277" r:id="rId14"/>
    <p:sldLayoutId id="2147484278" r:id="rId15"/>
    <p:sldLayoutId id="2147484279" r:id="rId16"/>
    <p:sldLayoutId id="2147484280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C59DF0-C53D-15F1-BEA9-7A934B7AF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58" y="599974"/>
            <a:ext cx="10308657" cy="99782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Based Chatbot For Answering Farmers </a:t>
            </a:r>
            <a:r>
              <a:rPr lang="en-US" sz="40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Faqs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53ABC9-FEEA-8A03-5C38-0B038F70A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2010878"/>
            <a:ext cx="4735629" cy="3448595"/>
          </a:xfrm>
        </p:spPr>
        <p:txBody>
          <a:bodyPr>
            <a:normAutofit fontScale="92500"/>
          </a:bodyPr>
          <a:lstStyle/>
          <a:p>
            <a:r>
              <a:rPr lang="en-US" sz="36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  <a:r>
              <a:rPr lang="en-US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Sai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Sravya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/>
              <a:t>M.TECH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. of CSE</a:t>
            </a:r>
          </a:p>
          <a:p>
            <a:pPr marL="0" indent="0">
              <a:buNone/>
            </a:pPr>
            <a:endParaRPr lang="en-US" dirty="0">
              <a:latin typeface="Tempus Sans ITC" panose="04020404030D07020202" pitchFamily="82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EC77F2-9E14-F52E-6A4F-FE0D4469E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9655" y="2083587"/>
            <a:ext cx="6140918" cy="3880773"/>
          </a:xfrm>
        </p:spPr>
        <p:txBody>
          <a:bodyPr>
            <a:normAutofit fontScale="92500"/>
          </a:bodyPr>
          <a:lstStyle/>
          <a:p>
            <a:r>
              <a:rPr lang="en-US" sz="36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TEAM: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Gopi Chand (19091A0534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Rani Madhu Shalini (19091A05Bo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Dada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Khalindar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(19091A0520)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Dileep Kumar (20095A0502)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487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4C7215-32F7-97A6-BD0A-641771418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67317" y="166838"/>
            <a:ext cx="10353761" cy="1326321"/>
          </a:xfrm>
        </p:spPr>
        <p:txBody>
          <a:bodyPr/>
          <a:lstStyle/>
          <a:p>
            <a:r>
              <a:rPr lang="en-IN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4276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C3F98-9FFA-1807-D81B-C0EF522D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0" y="298174"/>
            <a:ext cx="3568148" cy="1133061"/>
          </a:xfrm>
        </p:spPr>
        <p:txBody>
          <a:bodyPr/>
          <a:lstStyle/>
          <a:p>
            <a:r>
              <a:rPr lang="en-IN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2886888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3F525-9949-933D-B785-67A8CC4D0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4224735" cy="732183"/>
          </a:xfrm>
        </p:spPr>
        <p:txBody>
          <a:bodyPr>
            <a:normAutofit/>
          </a:bodyPr>
          <a:lstStyle/>
          <a:p>
            <a:r>
              <a:rPr lang="en-IN" sz="36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154313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CE87B-083B-C71F-AC81-07B29AF7E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599976"/>
            <a:ext cx="5082138" cy="641684"/>
          </a:xfrm>
        </p:spPr>
        <p:txBody>
          <a:bodyPr>
            <a:normAutofit/>
          </a:bodyPr>
          <a:lstStyle/>
          <a:p>
            <a:r>
              <a:rPr lang="en-IN" sz="36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</a:t>
            </a:r>
          </a:p>
        </p:txBody>
      </p:sp>
    </p:spTree>
    <p:extLst>
      <p:ext uri="{BB962C8B-B14F-4D97-AF65-F5344CB8AC3E}">
        <p14:creationId xmlns:p14="http://schemas.microsoft.com/office/powerpoint/2010/main" val="222964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42A2-7403-767E-5FC1-A5B66988E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09601"/>
            <a:ext cx="8316226" cy="805314"/>
          </a:xfrm>
        </p:spPr>
        <p:txBody>
          <a:bodyPr/>
          <a:lstStyle/>
          <a:p>
            <a:r>
              <a:rPr lang="en-IN" u="sng" dirty="0">
                <a:solidFill>
                  <a:schemeClr val="accent1"/>
                </a:solidFill>
              </a:rPr>
              <a:t>DISADVANTAGES OF EXISTING :</a:t>
            </a:r>
          </a:p>
        </p:txBody>
      </p:sp>
    </p:spTree>
    <p:extLst>
      <p:ext uri="{BB962C8B-B14F-4D97-AF65-F5344CB8AC3E}">
        <p14:creationId xmlns:p14="http://schemas.microsoft.com/office/powerpoint/2010/main" val="4188161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0495-D409-8A87-ABEA-51ACFABE2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34" y="599974"/>
            <a:ext cx="4726003" cy="680185"/>
          </a:xfrm>
        </p:spPr>
        <p:txBody>
          <a:bodyPr>
            <a:normAutofit/>
          </a:bodyPr>
          <a:lstStyle/>
          <a:p>
            <a:r>
              <a:rPr lang="en-IN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</a:p>
        </p:txBody>
      </p:sp>
    </p:spTree>
    <p:extLst>
      <p:ext uri="{BB962C8B-B14F-4D97-AF65-F5344CB8AC3E}">
        <p14:creationId xmlns:p14="http://schemas.microsoft.com/office/powerpoint/2010/main" val="2572740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14F65-459E-1361-C037-599BCF4DC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09601"/>
            <a:ext cx="8527982" cy="622434"/>
          </a:xfrm>
        </p:spPr>
        <p:txBody>
          <a:bodyPr>
            <a:normAutofit fontScale="90000"/>
          </a:bodyPr>
          <a:lstStyle/>
          <a:p>
            <a:r>
              <a:rPr lang="en-IN" sz="36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</a:p>
        </p:txBody>
      </p:sp>
    </p:spTree>
    <p:extLst>
      <p:ext uri="{BB962C8B-B14F-4D97-AF65-F5344CB8AC3E}">
        <p14:creationId xmlns:p14="http://schemas.microsoft.com/office/powerpoint/2010/main" val="48179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EAD08-5570-000E-511D-399DAA89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0632" y="539015"/>
            <a:ext cx="5688531" cy="327259"/>
          </a:xfrm>
        </p:spPr>
        <p:txBody>
          <a:bodyPr>
            <a:normAutofit fontScale="90000"/>
          </a:bodyPr>
          <a:lstStyle/>
          <a:p>
            <a:r>
              <a:rPr lang="en-IN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875FF-3EE5-7059-70DB-A1E05B115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1381" y="943276"/>
            <a:ext cx="6439301" cy="1222409"/>
          </a:xfrm>
        </p:spPr>
        <p:txBody>
          <a:bodyPr>
            <a:normAutofit/>
          </a:bodyPr>
          <a:lstStyle/>
          <a:p>
            <a:r>
              <a:rPr lang="en-IN" sz="2800" u="sng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</a:t>
            </a:r>
          </a:p>
        </p:txBody>
      </p:sp>
    </p:spTree>
    <p:extLst>
      <p:ext uri="{BB962C8B-B14F-4D97-AF65-F5344CB8AC3E}">
        <p14:creationId xmlns:p14="http://schemas.microsoft.com/office/powerpoint/2010/main" val="2546844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C9FC9D-C23A-1513-FAF9-046EF96FD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2599"/>
            <a:ext cx="6863418" cy="872690"/>
          </a:xfrm>
        </p:spPr>
        <p:txBody>
          <a:bodyPr/>
          <a:lstStyle/>
          <a:p>
            <a:r>
              <a:rPr lang="en-IN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</a:p>
        </p:txBody>
      </p:sp>
    </p:spTree>
    <p:extLst>
      <p:ext uri="{BB962C8B-B14F-4D97-AF65-F5344CB8AC3E}">
        <p14:creationId xmlns:p14="http://schemas.microsoft.com/office/powerpoint/2010/main" val="209450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CF6F-40C1-B5CE-D2AA-2B4B1349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128" y="279133"/>
            <a:ext cx="4774129" cy="673768"/>
          </a:xfrm>
        </p:spPr>
        <p:txBody>
          <a:bodyPr>
            <a:normAutofit/>
          </a:bodyPr>
          <a:lstStyle/>
          <a:p>
            <a:r>
              <a:rPr lang="en-IN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DIAGRAM:</a:t>
            </a:r>
          </a:p>
        </p:txBody>
      </p:sp>
    </p:spTree>
    <p:extLst>
      <p:ext uri="{BB962C8B-B14F-4D97-AF65-F5344CB8AC3E}">
        <p14:creationId xmlns:p14="http://schemas.microsoft.com/office/powerpoint/2010/main" val="597751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127D6-4B4A-899C-DE2C-6A68CB82D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196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E74F5-8A1F-3759-B560-995434F9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954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15480-9D00-311B-F2E2-74D2DC7E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200582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2160A-9622-2691-C4BF-D5133676E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221382"/>
            <a:ext cx="4870988" cy="760396"/>
          </a:xfrm>
        </p:spPr>
        <p:txBody>
          <a:bodyPr>
            <a:normAutofit/>
          </a:bodyPr>
          <a:lstStyle/>
          <a:p>
            <a:r>
              <a:rPr lang="en-IN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 OF WORK:</a:t>
            </a:r>
          </a:p>
        </p:txBody>
      </p:sp>
    </p:spTree>
    <p:extLst>
      <p:ext uri="{BB962C8B-B14F-4D97-AF65-F5344CB8AC3E}">
        <p14:creationId xmlns:p14="http://schemas.microsoft.com/office/powerpoint/2010/main" val="3749947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5F80D-867C-41FE-FF8A-0205B0091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104474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29A6-6E4E-5516-E577-70AD1BAC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876926"/>
            <a:ext cx="10353761" cy="2723950"/>
          </a:xfrm>
        </p:spPr>
        <p:txBody>
          <a:bodyPr>
            <a:normAutofit/>
          </a:bodyPr>
          <a:lstStyle/>
          <a:p>
            <a:r>
              <a:rPr lang="en-IN" sz="5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472569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91</TotalTime>
  <Words>93</Words>
  <Application>Microsoft Office PowerPoint</Application>
  <PresentationFormat>Widescreen</PresentationFormat>
  <Paragraphs>25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Bookman Old Style</vt:lpstr>
      <vt:lpstr>Rockwell</vt:lpstr>
      <vt:lpstr>Tempus Sans ITC</vt:lpstr>
      <vt:lpstr>Times New Roman</vt:lpstr>
      <vt:lpstr>Damask</vt:lpstr>
      <vt:lpstr>AI Based Chatbot For Answering Farmers Faqs</vt:lpstr>
      <vt:lpstr>CONTENTS</vt:lpstr>
      <vt:lpstr>ABSTRACT</vt:lpstr>
      <vt:lpstr>INTRODUCTION</vt:lpstr>
      <vt:lpstr>EXISTING SYSTEM:</vt:lpstr>
      <vt:lpstr>DISADVANTAGES OF EXISTING :</vt:lpstr>
      <vt:lpstr>PROPOSED SYSTEM:</vt:lpstr>
      <vt:lpstr>ADVANTAGES OF PROPOSED SYSTEM</vt:lpstr>
      <vt:lpstr>SYSTEM REQUIREMENTS:</vt:lpstr>
      <vt:lpstr>HARDWARE REQUIREMENTS:</vt:lpstr>
      <vt:lpstr>USE CASE DIAGRAM:</vt:lpstr>
      <vt:lpstr>PowerPoint Presentation</vt:lpstr>
      <vt:lpstr>PowerPoint Presentation</vt:lpstr>
      <vt:lpstr>SUMMARY</vt:lpstr>
      <vt:lpstr>PROGRESS OF WORK: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Based Chatbot For Answering Farmers Faqs</dc:title>
  <dc:creator>shaik dadakhalindar</dc:creator>
  <cp:lastModifiedBy>shaik dadakhalindar</cp:lastModifiedBy>
  <cp:revision>3</cp:revision>
  <dcterms:created xsi:type="dcterms:W3CDTF">2022-09-26T15:22:26Z</dcterms:created>
  <dcterms:modified xsi:type="dcterms:W3CDTF">2022-09-26T17:02:17Z</dcterms:modified>
</cp:coreProperties>
</file>